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04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77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59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68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24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2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74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84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04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14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98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03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33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54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81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6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60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720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761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934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84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658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324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28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494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80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9373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945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65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876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71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537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920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25825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5108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90103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11468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6400947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3155858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540910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016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708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280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901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245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832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43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76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41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2" r:id="rId2"/>
    <p:sldLayoutId id="2147483804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205B15-FD37-EB99-F7D1-FD3092A5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C8443-33E2-B04A-6B12-512C480B2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133621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Oasis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Fiona Ponto</dc:creator>
  <cp:lastModifiedBy>Fiona Ponto</cp:lastModifiedBy>
  <cp:revision>1</cp:revision>
  <dcterms:created xsi:type="dcterms:W3CDTF">2025-11-26T13:40:23Z</dcterms:created>
  <dcterms:modified xsi:type="dcterms:W3CDTF">2025-11-26T13:41:37Z</dcterms:modified>
</cp:coreProperties>
</file>